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harshi" userId="127c96e1ecf88fde" providerId="LiveId" clId="{C2E4C3AC-F160-437B-BC4F-8766A2D654C0}"/>
    <pc:docChg chg="undo custSel addSld delSld modSld sldOrd">
      <pc:chgData name="harshitha harshi" userId="127c96e1ecf88fde" providerId="LiveId" clId="{C2E4C3AC-F160-437B-BC4F-8766A2D654C0}" dt="2024-09-20T17:09:13.209" v="2979"/>
      <pc:docMkLst>
        <pc:docMk/>
      </pc:docMkLst>
      <pc:sldChg chg="del">
        <pc:chgData name="harshitha harshi" userId="127c96e1ecf88fde" providerId="LiveId" clId="{C2E4C3AC-F160-437B-BC4F-8766A2D654C0}" dt="2024-09-20T12:37:42.477" v="121" actId="2696"/>
        <pc:sldMkLst>
          <pc:docMk/>
          <pc:sldMk cId="2376136112" sldId="256"/>
        </pc:sldMkLst>
      </pc:sldChg>
      <pc:sldChg chg="new del">
        <pc:chgData name="harshitha harshi" userId="127c96e1ecf88fde" providerId="LiveId" clId="{C2E4C3AC-F160-437B-BC4F-8766A2D654C0}" dt="2024-09-20T03:10:04.966" v="4" actId="2696"/>
        <pc:sldMkLst>
          <pc:docMk/>
          <pc:sldMk cId="3564818593" sldId="257"/>
        </pc:sldMkLst>
      </pc:sldChg>
      <pc:sldChg chg="addSp delSp modSp add del mod modAnim">
        <pc:chgData name="harshitha harshi" userId="127c96e1ecf88fde" providerId="LiveId" clId="{C2E4C3AC-F160-437B-BC4F-8766A2D654C0}" dt="2024-09-20T12:30:08.344" v="75" actId="2696"/>
        <pc:sldMkLst>
          <pc:docMk/>
          <pc:sldMk cId="1311121143" sldId="258"/>
        </pc:sldMkLst>
        <pc:spChg chg="mod">
          <ac:chgData name="harshitha harshi" userId="127c96e1ecf88fde" providerId="LiveId" clId="{C2E4C3AC-F160-437B-BC4F-8766A2D654C0}" dt="2024-09-20T03:10:26.463" v="29" actId="20577"/>
          <ac:spMkLst>
            <pc:docMk/>
            <pc:sldMk cId="1311121143" sldId="258"/>
            <ac:spMk id="4" creationId="{EFCEC0A3-F9EB-4F3C-B55F-8A7F5B8CD388}"/>
          </ac:spMkLst>
        </pc:spChg>
        <pc:picChg chg="add del mod">
          <ac:chgData name="harshitha harshi" userId="127c96e1ecf88fde" providerId="LiveId" clId="{C2E4C3AC-F160-437B-BC4F-8766A2D654C0}" dt="2024-09-20T03:19:00.118" v="42" actId="21"/>
          <ac:picMkLst>
            <pc:docMk/>
            <pc:sldMk cId="1311121143" sldId="258"/>
            <ac:picMk id="3" creationId="{2DB2C47B-8E76-4952-B181-85267506A707}"/>
          </ac:picMkLst>
        </pc:picChg>
        <pc:picChg chg="add del mod">
          <ac:chgData name="harshitha harshi" userId="127c96e1ecf88fde" providerId="LiveId" clId="{C2E4C3AC-F160-437B-BC4F-8766A2D654C0}" dt="2024-09-20T03:19:49.816" v="44" actId="21"/>
          <ac:picMkLst>
            <pc:docMk/>
            <pc:sldMk cId="1311121143" sldId="258"/>
            <ac:picMk id="6" creationId="{587064B8-8654-4EA2-8365-29804891B0A7}"/>
          </ac:picMkLst>
        </pc:picChg>
        <pc:picChg chg="add mod">
          <ac:chgData name="harshitha harshi" userId="127c96e1ecf88fde" providerId="LiveId" clId="{C2E4C3AC-F160-437B-BC4F-8766A2D654C0}" dt="2024-09-20T03:28:51.206" v="67" actId="14100"/>
          <ac:picMkLst>
            <pc:docMk/>
            <pc:sldMk cId="1311121143" sldId="258"/>
            <ac:picMk id="8" creationId="{DF268D37-80E6-48B4-B7FA-2BF582257C68}"/>
          </ac:picMkLst>
        </pc:picChg>
      </pc:sldChg>
      <pc:sldChg chg="addSp delSp modSp add del mod">
        <pc:chgData name="harshitha harshi" userId="127c96e1ecf88fde" providerId="LiveId" clId="{C2E4C3AC-F160-437B-BC4F-8766A2D654C0}" dt="2024-09-20T12:30:14.326" v="76" actId="2696"/>
        <pc:sldMkLst>
          <pc:docMk/>
          <pc:sldMk cId="22957261" sldId="259"/>
        </pc:sldMkLst>
        <pc:picChg chg="add mod">
          <ac:chgData name="harshitha harshi" userId="127c96e1ecf88fde" providerId="LiveId" clId="{C2E4C3AC-F160-437B-BC4F-8766A2D654C0}" dt="2024-09-20T03:24:16.815" v="51" actId="931"/>
          <ac:picMkLst>
            <pc:docMk/>
            <pc:sldMk cId="22957261" sldId="259"/>
            <ac:picMk id="3" creationId="{16D0765A-B410-4571-B97A-81D6BAA1B7D1}"/>
          </ac:picMkLst>
        </pc:picChg>
        <pc:picChg chg="add del mod">
          <ac:chgData name="harshitha harshi" userId="127c96e1ecf88fde" providerId="LiveId" clId="{C2E4C3AC-F160-437B-BC4F-8766A2D654C0}" dt="2024-09-20T03:24:38.788" v="53" actId="21"/>
          <ac:picMkLst>
            <pc:docMk/>
            <pc:sldMk cId="22957261" sldId="259"/>
            <ac:picMk id="6" creationId="{C7DD4604-AA86-4FDC-B9E1-15BDD1607656}"/>
          </ac:picMkLst>
        </pc:picChg>
        <pc:picChg chg="add del mod">
          <ac:chgData name="harshitha harshi" userId="127c96e1ecf88fde" providerId="LiveId" clId="{C2E4C3AC-F160-437B-BC4F-8766A2D654C0}" dt="2024-09-20T03:24:48.241" v="55" actId="931"/>
          <ac:picMkLst>
            <pc:docMk/>
            <pc:sldMk cId="22957261" sldId="259"/>
            <ac:picMk id="8" creationId="{5C22A2B7-E3DC-42C2-94CA-01529326B3BE}"/>
          </ac:picMkLst>
        </pc:picChg>
        <pc:picChg chg="add del mod">
          <ac:chgData name="harshitha harshi" userId="127c96e1ecf88fde" providerId="LiveId" clId="{C2E4C3AC-F160-437B-BC4F-8766A2D654C0}" dt="2024-09-20T03:25:06.524" v="57" actId="21"/>
          <ac:picMkLst>
            <pc:docMk/>
            <pc:sldMk cId="22957261" sldId="259"/>
            <ac:picMk id="10" creationId="{A8F7E48C-9D40-4E33-AD33-E173CBBFC9BB}"/>
          </ac:picMkLst>
        </pc:picChg>
        <pc:picChg chg="add del mod">
          <ac:chgData name="harshitha harshi" userId="127c96e1ecf88fde" providerId="LiveId" clId="{C2E4C3AC-F160-437B-BC4F-8766A2D654C0}" dt="2024-09-20T03:27:56.303" v="59" actId="21"/>
          <ac:picMkLst>
            <pc:docMk/>
            <pc:sldMk cId="22957261" sldId="259"/>
            <ac:picMk id="12" creationId="{1869A81B-37E0-47F8-9207-4C24574B1C29}"/>
          </ac:picMkLst>
        </pc:picChg>
        <pc:picChg chg="add mod">
          <ac:chgData name="harshitha harshi" userId="127c96e1ecf88fde" providerId="LiveId" clId="{C2E4C3AC-F160-437B-BC4F-8766A2D654C0}" dt="2024-09-20T03:28:33.877" v="65" actId="14100"/>
          <ac:picMkLst>
            <pc:docMk/>
            <pc:sldMk cId="22957261" sldId="259"/>
            <ac:picMk id="14" creationId="{387DAD54-74FD-45E1-9566-90E5806022FB}"/>
          </ac:picMkLst>
        </pc:picChg>
      </pc:sldChg>
      <pc:sldChg chg="addSp modSp add del mod modAnim">
        <pc:chgData name="harshitha harshi" userId="127c96e1ecf88fde" providerId="LiveId" clId="{C2E4C3AC-F160-437B-BC4F-8766A2D654C0}" dt="2024-09-20T12:30:17.138" v="77" actId="2696"/>
        <pc:sldMkLst>
          <pc:docMk/>
          <pc:sldMk cId="95603980" sldId="260"/>
        </pc:sldMkLst>
        <pc:spChg chg="mod">
          <ac:chgData name="harshitha harshi" userId="127c96e1ecf88fde" providerId="LiveId" clId="{C2E4C3AC-F160-437B-BC4F-8766A2D654C0}" dt="2024-09-20T03:13:58.646" v="39" actId="20577"/>
          <ac:spMkLst>
            <pc:docMk/>
            <pc:sldMk cId="95603980" sldId="260"/>
            <ac:spMk id="4" creationId="{EFCEC0A3-F9EB-4F3C-B55F-8A7F5B8CD388}"/>
          </ac:spMkLst>
        </pc:spChg>
        <pc:picChg chg="add mod">
          <ac:chgData name="harshitha harshi" userId="127c96e1ecf88fde" providerId="LiveId" clId="{C2E4C3AC-F160-437B-BC4F-8766A2D654C0}" dt="2024-09-20T03:29:49.843" v="70" actId="1076"/>
          <ac:picMkLst>
            <pc:docMk/>
            <pc:sldMk cId="95603980" sldId="260"/>
            <ac:picMk id="3" creationId="{617699A1-F172-42D9-AEB8-BCB808B41FAD}"/>
          </ac:picMkLst>
        </pc:picChg>
      </pc:sldChg>
      <pc:sldChg chg="addSp delSp modSp add mod ord">
        <pc:chgData name="harshitha harshi" userId="127c96e1ecf88fde" providerId="LiveId" clId="{C2E4C3AC-F160-437B-BC4F-8766A2D654C0}" dt="2024-09-20T13:30:09.869" v="374" actId="1076"/>
        <pc:sldMkLst>
          <pc:docMk/>
          <pc:sldMk cId="194923553" sldId="261"/>
        </pc:sldMkLst>
        <pc:spChg chg="add del mod">
          <ac:chgData name="harshitha harshi" userId="127c96e1ecf88fde" providerId="LiveId" clId="{C2E4C3AC-F160-437B-BC4F-8766A2D654C0}" dt="2024-09-20T12:36:51.172" v="112"/>
          <ac:spMkLst>
            <pc:docMk/>
            <pc:sldMk cId="194923553" sldId="261"/>
            <ac:spMk id="2" creationId="{31653746-7049-4351-A8F8-3FD36F5877BF}"/>
          </ac:spMkLst>
        </pc:spChg>
        <pc:spChg chg="add del mod">
          <ac:chgData name="harshitha harshi" userId="127c96e1ecf88fde" providerId="LiveId" clId="{C2E4C3AC-F160-437B-BC4F-8766A2D654C0}" dt="2024-09-20T12:36:51.175" v="114"/>
          <ac:spMkLst>
            <pc:docMk/>
            <pc:sldMk cId="194923553" sldId="261"/>
            <ac:spMk id="3" creationId="{808CFF43-282C-4194-AB96-6018EA835EB6}"/>
          </ac:spMkLst>
        </pc:spChg>
        <pc:spChg chg="mod">
          <ac:chgData name="harshitha harshi" userId="127c96e1ecf88fde" providerId="LiveId" clId="{C2E4C3AC-F160-437B-BC4F-8766A2D654C0}" dt="2024-09-20T13:30:09.869" v="374" actId="1076"/>
          <ac:spMkLst>
            <pc:docMk/>
            <pc:sldMk cId="194923553" sldId="261"/>
            <ac:spMk id="4" creationId="{EFCEC0A3-F9EB-4F3C-B55F-8A7F5B8CD388}"/>
          </ac:spMkLst>
        </pc:spChg>
        <pc:spChg chg="add del mod">
          <ac:chgData name="harshitha harshi" userId="127c96e1ecf88fde" providerId="LiveId" clId="{C2E4C3AC-F160-437B-BC4F-8766A2D654C0}" dt="2024-09-20T12:46:35.168" v="212"/>
          <ac:spMkLst>
            <pc:docMk/>
            <pc:sldMk cId="194923553" sldId="261"/>
            <ac:spMk id="7" creationId="{BD6EB49E-B584-48C7-8307-6EF3A5CEB960}"/>
          </ac:spMkLst>
        </pc:spChg>
        <pc:spChg chg="add mod">
          <ac:chgData name="harshitha harshi" userId="127c96e1ecf88fde" providerId="LiveId" clId="{C2E4C3AC-F160-437B-BC4F-8766A2D654C0}" dt="2024-09-20T12:57:58.170" v="250" actId="20577"/>
          <ac:spMkLst>
            <pc:docMk/>
            <pc:sldMk cId="194923553" sldId="261"/>
            <ac:spMk id="8" creationId="{65C6E7E5-9DDC-4C55-8A41-52C59947BB17}"/>
          </ac:spMkLst>
        </pc:spChg>
        <pc:spChg chg="add del mod">
          <ac:chgData name="harshitha harshi" userId="127c96e1ecf88fde" providerId="LiveId" clId="{C2E4C3AC-F160-437B-BC4F-8766A2D654C0}" dt="2024-09-20T12:50:42.484" v="221" actId="21"/>
          <ac:spMkLst>
            <pc:docMk/>
            <pc:sldMk cId="194923553" sldId="261"/>
            <ac:spMk id="11" creationId="{888B582A-E7BE-442F-983C-FE7708EFF1D2}"/>
          </ac:spMkLst>
        </pc:spChg>
        <pc:spChg chg="add del mod">
          <ac:chgData name="harshitha harshi" userId="127c96e1ecf88fde" providerId="LiveId" clId="{C2E4C3AC-F160-437B-BC4F-8766A2D654C0}" dt="2024-09-20T12:52:08.666" v="225" actId="21"/>
          <ac:spMkLst>
            <pc:docMk/>
            <pc:sldMk cId="194923553" sldId="261"/>
            <ac:spMk id="14" creationId="{40BB2E48-BB6F-4780-85A7-6905BCE5063C}"/>
          </ac:spMkLst>
        </pc:spChg>
        <pc:picChg chg="add del mod">
          <ac:chgData name="harshitha harshi" userId="127c96e1ecf88fde" providerId="LiveId" clId="{C2E4C3AC-F160-437B-BC4F-8766A2D654C0}" dt="2024-09-20T12:50:23.455" v="216" actId="21"/>
          <ac:picMkLst>
            <pc:docMk/>
            <pc:sldMk cId="194923553" sldId="261"/>
            <ac:picMk id="6" creationId="{5876C8E3-1C43-43C1-BC5F-B528A9F2B619}"/>
          </ac:picMkLst>
        </pc:picChg>
        <pc:picChg chg="add del mod">
          <ac:chgData name="harshitha harshi" userId="127c96e1ecf88fde" providerId="LiveId" clId="{C2E4C3AC-F160-437B-BC4F-8766A2D654C0}" dt="2024-09-20T12:50:42.484" v="221" actId="21"/>
          <ac:picMkLst>
            <pc:docMk/>
            <pc:sldMk cId="194923553" sldId="261"/>
            <ac:picMk id="10" creationId="{119014A9-1AFA-434F-95FD-F0F6D7977151}"/>
          </ac:picMkLst>
        </pc:picChg>
        <pc:picChg chg="add mod">
          <ac:chgData name="harshitha harshi" userId="127c96e1ecf88fde" providerId="LiveId" clId="{C2E4C3AC-F160-437B-BC4F-8766A2D654C0}" dt="2024-09-20T12:51:59.028" v="224" actId="1076"/>
          <ac:picMkLst>
            <pc:docMk/>
            <pc:sldMk cId="194923553" sldId="261"/>
            <ac:picMk id="13" creationId="{5E31E7F9-15A8-400B-91E8-F737083E422F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5:58.291" v="2969"/>
        <pc:sldMkLst>
          <pc:docMk/>
          <pc:sldMk cId="1579674406" sldId="262"/>
        </pc:sldMkLst>
        <pc:spChg chg="mod">
          <ac:chgData name="harshitha harshi" userId="127c96e1ecf88fde" providerId="LiveId" clId="{C2E4C3AC-F160-437B-BC4F-8766A2D654C0}" dt="2024-09-20T13:37:27.626" v="416" actId="1076"/>
          <ac:spMkLst>
            <pc:docMk/>
            <pc:sldMk cId="1579674406" sldId="262"/>
            <ac:spMk id="2" creationId="{400FA929-E73B-4AC3-95A4-7E6522DBA7CE}"/>
          </ac:spMkLst>
        </pc:spChg>
        <pc:spChg chg="mod">
          <ac:chgData name="harshitha harshi" userId="127c96e1ecf88fde" providerId="LiveId" clId="{C2E4C3AC-F160-437B-BC4F-8766A2D654C0}" dt="2024-09-20T13:37:46.434" v="422" actId="14100"/>
          <ac:spMkLst>
            <pc:docMk/>
            <pc:sldMk cId="1579674406" sldId="262"/>
            <ac:spMk id="3" creationId="{7D71B614-3454-41F6-84EF-61FA09172911}"/>
          </ac:spMkLst>
        </pc:spChg>
        <pc:spChg chg="add del mod">
          <ac:chgData name="harshitha harshi" userId="127c96e1ecf88fde" providerId="LiveId" clId="{C2E4C3AC-F160-437B-BC4F-8766A2D654C0}" dt="2024-09-20T13:00:11.257" v="302" actId="21"/>
          <ac:spMkLst>
            <pc:docMk/>
            <pc:sldMk cId="1579674406" sldId="262"/>
            <ac:spMk id="4" creationId="{D14E2DD2-518E-4A1F-B083-FE8F1C4DBE43}"/>
          </ac:spMkLst>
        </pc:spChg>
        <pc:picChg chg="add del mod">
          <ac:chgData name="harshitha harshi" userId="127c96e1ecf88fde" providerId="LiveId" clId="{C2E4C3AC-F160-437B-BC4F-8766A2D654C0}" dt="2024-09-20T13:37:06.757" v="409" actId="21"/>
          <ac:picMkLst>
            <pc:docMk/>
            <pc:sldMk cId="1579674406" sldId="262"/>
            <ac:picMk id="5" creationId="{236A4383-7B15-4BDD-9076-19CCF13F889A}"/>
          </ac:picMkLst>
        </pc:picChg>
        <pc:picChg chg="add mod">
          <ac:chgData name="harshitha harshi" userId="127c96e1ecf88fde" providerId="LiveId" clId="{C2E4C3AC-F160-437B-BC4F-8766A2D654C0}" dt="2024-09-20T13:37:58.371" v="425" actId="14100"/>
          <ac:picMkLst>
            <pc:docMk/>
            <pc:sldMk cId="1579674406" sldId="262"/>
            <ac:picMk id="6" creationId="{04A81CDD-7E22-4306-8A31-2DC0451E705C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6:06.339" v="2970"/>
        <pc:sldMkLst>
          <pc:docMk/>
          <pc:sldMk cId="183512201" sldId="263"/>
        </pc:sldMkLst>
        <pc:spChg chg="mod">
          <ac:chgData name="harshitha harshi" userId="127c96e1ecf88fde" providerId="LiveId" clId="{C2E4C3AC-F160-437B-BC4F-8766A2D654C0}" dt="2024-09-20T14:40:22.805" v="1009" actId="1076"/>
          <ac:spMkLst>
            <pc:docMk/>
            <pc:sldMk cId="183512201" sldId="263"/>
            <ac:spMk id="2" creationId="{5694B81F-18E2-4BE9-BFC7-258D2619B168}"/>
          </ac:spMkLst>
        </pc:spChg>
        <pc:spChg chg="mod">
          <ac:chgData name="harshitha harshi" userId="127c96e1ecf88fde" providerId="LiveId" clId="{C2E4C3AC-F160-437B-BC4F-8766A2D654C0}" dt="2024-09-20T14:49:06.856" v="1034" actId="404"/>
          <ac:spMkLst>
            <pc:docMk/>
            <pc:sldMk cId="183512201" sldId="263"/>
            <ac:spMk id="3" creationId="{CE12B14E-89F6-4747-8607-E7316B17F3A5}"/>
          </ac:spMkLst>
        </pc:spChg>
        <pc:spChg chg="add del mod">
          <ac:chgData name="harshitha harshi" userId="127c96e1ecf88fde" providerId="LiveId" clId="{C2E4C3AC-F160-437B-BC4F-8766A2D654C0}" dt="2024-09-20T13:55:18.384" v="660"/>
          <ac:spMkLst>
            <pc:docMk/>
            <pc:sldMk cId="183512201" sldId="263"/>
            <ac:spMk id="4" creationId="{745702B8-DBF6-4990-95F7-2D4C89D2EC76}"/>
          </ac:spMkLst>
        </pc:spChg>
        <pc:spChg chg="add del mod">
          <ac:chgData name="harshitha harshi" userId="127c96e1ecf88fde" providerId="LiveId" clId="{C2E4C3AC-F160-437B-BC4F-8766A2D654C0}" dt="2024-09-20T13:55:18.398" v="662"/>
          <ac:spMkLst>
            <pc:docMk/>
            <pc:sldMk cId="183512201" sldId="263"/>
            <ac:spMk id="5" creationId="{FDB2F6FD-DE20-42E6-8971-3608EF1DE552}"/>
          </ac:spMkLst>
        </pc:spChg>
        <pc:spChg chg="add mod">
          <ac:chgData name="harshitha harshi" userId="127c96e1ecf88fde" providerId="LiveId" clId="{C2E4C3AC-F160-437B-BC4F-8766A2D654C0}" dt="2024-09-20T14:40:30.471" v="1010" actId="1076"/>
          <ac:spMkLst>
            <pc:docMk/>
            <pc:sldMk cId="183512201" sldId="263"/>
            <ac:spMk id="6" creationId="{E662F660-3FBE-46F1-8E68-10C65D8FF647}"/>
          </ac:spMkLst>
        </pc:spChg>
        <pc:picChg chg="add del mod">
          <ac:chgData name="harshitha harshi" userId="127c96e1ecf88fde" providerId="LiveId" clId="{C2E4C3AC-F160-437B-BC4F-8766A2D654C0}" dt="2024-09-20T14:27:15.281" v="981" actId="21"/>
          <ac:picMkLst>
            <pc:docMk/>
            <pc:sldMk cId="183512201" sldId="263"/>
            <ac:picMk id="7" creationId="{9923F4FB-B66E-4E3C-BDDE-77024DB6931D}"/>
          </ac:picMkLst>
        </pc:picChg>
        <pc:picChg chg="add mod">
          <ac:chgData name="harshitha harshi" userId="127c96e1ecf88fde" providerId="LiveId" clId="{C2E4C3AC-F160-437B-BC4F-8766A2D654C0}" dt="2024-09-20T14:34:45.992" v="999" actId="14100"/>
          <ac:picMkLst>
            <pc:docMk/>
            <pc:sldMk cId="183512201" sldId="263"/>
            <ac:picMk id="8" creationId="{4D317D12-CD79-4505-B2CB-FF5F2006F889}"/>
          </ac:picMkLst>
        </pc:picChg>
        <pc:picChg chg="add del mod">
          <ac:chgData name="harshitha harshi" userId="127c96e1ecf88fde" providerId="LiveId" clId="{C2E4C3AC-F160-437B-BC4F-8766A2D654C0}" dt="2024-09-20T14:33:35.022" v="992" actId="21"/>
          <ac:picMkLst>
            <pc:docMk/>
            <pc:sldMk cId="183512201" sldId="263"/>
            <ac:picMk id="9" creationId="{7EDBE853-7DDE-439C-8494-DEB15C6DDD53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6:15.277" v="2971"/>
        <pc:sldMkLst>
          <pc:docMk/>
          <pc:sldMk cId="465371887" sldId="264"/>
        </pc:sldMkLst>
        <pc:spChg chg="mod">
          <ac:chgData name="harshitha harshi" userId="127c96e1ecf88fde" providerId="LiveId" clId="{C2E4C3AC-F160-437B-BC4F-8766A2D654C0}" dt="2024-09-20T14:48:01.882" v="1030" actId="1076"/>
          <ac:spMkLst>
            <pc:docMk/>
            <pc:sldMk cId="465371887" sldId="264"/>
            <ac:spMk id="2" creationId="{62829CA5-2E64-4882-AD9D-1A58389AD25A}"/>
          </ac:spMkLst>
        </pc:spChg>
        <pc:spChg chg="del">
          <ac:chgData name="harshitha harshi" userId="127c96e1ecf88fde" providerId="LiveId" clId="{C2E4C3AC-F160-437B-BC4F-8766A2D654C0}" dt="2024-09-20T14:42:32.992" v="1012" actId="931"/>
          <ac:spMkLst>
            <pc:docMk/>
            <pc:sldMk cId="465371887" sldId="264"/>
            <ac:spMk id="3" creationId="{E6AACCD5-27F5-4739-8897-96F93CB7F222}"/>
          </ac:spMkLst>
        </pc:spChg>
        <pc:spChg chg="add mod">
          <ac:chgData name="harshitha harshi" userId="127c96e1ecf88fde" providerId="LiveId" clId="{C2E4C3AC-F160-437B-BC4F-8766A2D654C0}" dt="2024-09-20T14:49:33.303" v="1036" actId="403"/>
          <ac:spMkLst>
            <pc:docMk/>
            <pc:sldMk cId="465371887" sldId="264"/>
            <ac:spMk id="6" creationId="{2CCA4457-54AC-40A1-BEA8-9A24F294C710}"/>
          </ac:spMkLst>
        </pc:spChg>
        <pc:spChg chg="add del mod">
          <ac:chgData name="harshitha harshi" userId="127c96e1ecf88fde" providerId="LiveId" clId="{C2E4C3AC-F160-437B-BC4F-8766A2D654C0}" dt="2024-09-20T14:47:52.784" v="1029" actId="21"/>
          <ac:spMkLst>
            <pc:docMk/>
            <pc:sldMk cId="465371887" sldId="264"/>
            <ac:spMk id="8" creationId="{C3982A63-B09F-4888-A78F-E092B43653EF}"/>
          </ac:spMkLst>
        </pc:spChg>
        <pc:picChg chg="add del mod">
          <ac:chgData name="harshitha harshi" userId="127c96e1ecf88fde" providerId="LiveId" clId="{C2E4C3AC-F160-437B-BC4F-8766A2D654C0}" dt="2024-09-20T14:47:47.315" v="1028" actId="21"/>
          <ac:picMkLst>
            <pc:docMk/>
            <pc:sldMk cId="465371887" sldId="264"/>
            <ac:picMk id="5" creationId="{5C9A74B6-CB24-416D-BBFF-DDBB0054785F}"/>
          </ac:picMkLst>
        </pc:picChg>
        <pc:picChg chg="add del mod">
          <ac:chgData name="harshitha harshi" userId="127c96e1ecf88fde" providerId="LiveId" clId="{C2E4C3AC-F160-437B-BC4F-8766A2D654C0}" dt="2024-09-20T14:51:28.008" v="1043" actId="21"/>
          <ac:picMkLst>
            <pc:docMk/>
            <pc:sldMk cId="465371887" sldId="264"/>
            <ac:picMk id="9" creationId="{2C6D35F4-97FF-47D6-A9BF-373B74B88C9B}"/>
          </ac:picMkLst>
        </pc:picChg>
        <pc:picChg chg="add mod">
          <ac:chgData name="harshitha harshi" userId="127c96e1ecf88fde" providerId="LiveId" clId="{C2E4C3AC-F160-437B-BC4F-8766A2D654C0}" dt="2024-09-20T14:51:46.139" v="1048" actId="1076"/>
          <ac:picMkLst>
            <pc:docMk/>
            <pc:sldMk cId="465371887" sldId="264"/>
            <ac:picMk id="10" creationId="{00DD5C83-220B-49C4-BB6E-A293D85516C5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6:24.179" v="2972"/>
        <pc:sldMkLst>
          <pc:docMk/>
          <pc:sldMk cId="3432086242" sldId="265"/>
        </pc:sldMkLst>
        <pc:spChg chg="mod">
          <ac:chgData name="harshitha harshi" userId="127c96e1ecf88fde" providerId="LiveId" clId="{C2E4C3AC-F160-437B-BC4F-8766A2D654C0}" dt="2024-09-20T15:59:24.467" v="2021" actId="113"/>
          <ac:spMkLst>
            <pc:docMk/>
            <pc:sldMk cId="3432086242" sldId="265"/>
            <ac:spMk id="2" creationId="{5E913A47-8BD2-4D0B-BF99-C0DE0FD1A326}"/>
          </ac:spMkLst>
        </pc:spChg>
        <pc:spChg chg="del">
          <ac:chgData name="harshitha harshi" userId="127c96e1ecf88fde" providerId="LiveId" clId="{C2E4C3AC-F160-437B-BC4F-8766A2D654C0}" dt="2024-09-20T14:54:29.487" v="1062" actId="22"/>
          <ac:spMkLst>
            <pc:docMk/>
            <pc:sldMk cId="3432086242" sldId="265"/>
            <ac:spMk id="3" creationId="{827902DC-E5A1-4749-81AE-0A34F4A05A51}"/>
          </ac:spMkLst>
        </pc:spChg>
        <pc:spChg chg="add mod">
          <ac:chgData name="harshitha harshi" userId="127c96e1ecf88fde" providerId="LiveId" clId="{C2E4C3AC-F160-437B-BC4F-8766A2D654C0}" dt="2024-09-20T15:18:22.198" v="1434" actId="1076"/>
          <ac:spMkLst>
            <pc:docMk/>
            <pc:sldMk cId="3432086242" sldId="265"/>
            <ac:spMk id="11" creationId="{4BB4F38F-FD1D-4175-AF3A-2BADDB5E0C99}"/>
          </ac:spMkLst>
        </pc:spChg>
        <pc:picChg chg="add mod ord">
          <ac:chgData name="harshitha harshi" userId="127c96e1ecf88fde" providerId="LiveId" clId="{C2E4C3AC-F160-437B-BC4F-8766A2D654C0}" dt="2024-09-20T15:17:42.223" v="1426" actId="1076"/>
          <ac:picMkLst>
            <pc:docMk/>
            <pc:sldMk cId="3432086242" sldId="265"/>
            <ac:picMk id="5" creationId="{A4BDCFD6-373F-4846-B824-A2FD2786C4A3}"/>
          </ac:picMkLst>
        </pc:picChg>
        <pc:picChg chg="add mod">
          <ac:chgData name="harshitha harshi" userId="127c96e1ecf88fde" providerId="LiveId" clId="{C2E4C3AC-F160-437B-BC4F-8766A2D654C0}" dt="2024-09-20T15:17:46.304" v="1427" actId="1076"/>
          <ac:picMkLst>
            <pc:docMk/>
            <pc:sldMk cId="3432086242" sldId="265"/>
            <ac:picMk id="7" creationId="{68D267AB-A284-4AAB-984A-EF099F6A4AAF}"/>
          </ac:picMkLst>
        </pc:picChg>
        <pc:picChg chg="add mod">
          <ac:chgData name="harshitha harshi" userId="127c96e1ecf88fde" providerId="LiveId" clId="{C2E4C3AC-F160-437B-BC4F-8766A2D654C0}" dt="2024-09-20T15:18:33.915" v="1435" actId="14100"/>
          <ac:picMkLst>
            <pc:docMk/>
            <pc:sldMk cId="3432086242" sldId="265"/>
            <ac:picMk id="9" creationId="{8205A983-D7D0-44F5-8280-2EC1724F4ECE}"/>
          </ac:picMkLst>
        </pc:picChg>
        <pc:picChg chg="add mod">
          <ac:chgData name="harshitha harshi" userId="127c96e1ecf88fde" providerId="LiveId" clId="{C2E4C3AC-F160-437B-BC4F-8766A2D654C0}" dt="2024-09-20T15:17:55.161" v="1430" actId="1076"/>
          <ac:picMkLst>
            <pc:docMk/>
            <pc:sldMk cId="3432086242" sldId="265"/>
            <ac:picMk id="12" creationId="{3DAE70BD-62AF-491B-8FFF-ADE1077C4CE9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9:13.209" v="2979"/>
        <pc:sldMkLst>
          <pc:docMk/>
          <pc:sldMk cId="985964373" sldId="266"/>
        </pc:sldMkLst>
        <pc:spChg chg="mod">
          <ac:chgData name="harshitha harshi" userId="127c96e1ecf88fde" providerId="LiveId" clId="{C2E4C3AC-F160-437B-BC4F-8766A2D654C0}" dt="2024-09-20T16:38:42.770" v="2666" actId="1076"/>
          <ac:spMkLst>
            <pc:docMk/>
            <pc:sldMk cId="985964373" sldId="266"/>
            <ac:spMk id="2" creationId="{8319F377-FB2E-4058-83DE-233679C61C79}"/>
          </ac:spMkLst>
        </pc:spChg>
        <pc:spChg chg="del">
          <ac:chgData name="harshitha harshi" userId="127c96e1ecf88fde" providerId="LiveId" clId="{C2E4C3AC-F160-437B-BC4F-8766A2D654C0}" dt="2024-09-20T15:19:21.418" v="1437" actId="22"/>
          <ac:spMkLst>
            <pc:docMk/>
            <pc:sldMk cId="985964373" sldId="266"/>
            <ac:spMk id="3" creationId="{22A7102F-3D16-42E4-9CF7-52B5C1DCA166}"/>
          </ac:spMkLst>
        </pc:spChg>
        <pc:spChg chg="add mod">
          <ac:chgData name="harshitha harshi" userId="127c96e1ecf88fde" providerId="LiveId" clId="{C2E4C3AC-F160-437B-BC4F-8766A2D654C0}" dt="2024-09-20T15:53:08.708" v="1983" actId="1076"/>
          <ac:spMkLst>
            <pc:docMk/>
            <pc:sldMk cId="985964373" sldId="266"/>
            <ac:spMk id="15" creationId="{B87870DB-9C71-4CB9-9C12-6A0351847DC6}"/>
          </ac:spMkLst>
        </pc:spChg>
        <pc:spChg chg="add del mod">
          <ac:chgData name="harshitha harshi" userId="127c96e1ecf88fde" providerId="LiveId" clId="{C2E4C3AC-F160-437B-BC4F-8766A2D654C0}" dt="2024-09-20T15:38:37.443" v="1701" actId="21"/>
          <ac:spMkLst>
            <pc:docMk/>
            <pc:sldMk cId="985964373" sldId="266"/>
            <ac:spMk id="19" creationId="{A6D1B6D8-1374-4C8D-9BC8-245BFC21B07C}"/>
          </ac:spMkLst>
        </pc:spChg>
        <pc:graphicFrameChg chg="add del mod">
          <ac:chgData name="harshitha harshi" userId="127c96e1ecf88fde" providerId="LiveId" clId="{C2E4C3AC-F160-437B-BC4F-8766A2D654C0}" dt="2024-09-20T15:38:09.713" v="1692" actId="478"/>
          <ac:graphicFrameMkLst>
            <pc:docMk/>
            <pc:sldMk cId="985964373" sldId="266"/>
            <ac:graphicFrameMk id="16" creationId="{1ACB1F1A-E079-46D0-8EDE-836AB52EAB99}"/>
          </ac:graphicFrameMkLst>
        </pc:graphicFrameChg>
        <pc:picChg chg="add del mod ord">
          <ac:chgData name="harshitha harshi" userId="127c96e1ecf88fde" providerId="LiveId" clId="{C2E4C3AC-F160-437B-BC4F-8766A2D654C0}" dt="2024-09-20T15:38:11.988" v="1694" actId="478"/>
          <ac:picMkLst>
            <pc:docMk/>
            <pc:sldMk cId="985964373" sldId="266"/>
            <ac:picMk id="5" creationId="{008A81CC-D439-40C1-A53C-2C97FF58383A}"/>
          </ac:picMkLst>
        </pc:picChg>
        <pc:picChg chg="add mod">
          <ac:chgData name="harshitha harshi" userId="127c96e1ecf88fde" providerId="LiveId" clId="{C2E4C3AC-F160-437B-BC4F-8766A2D654C0}" dt="2024-09-20T15:56:55.898" v="2003" actId="1440"/>
          <ac:picMkLst>
            <pc:docMk/>
            <pc:sldMk cId="985964373" sldId="266"/>
            <ac:picMk id="7" creationId="{3A4E0AF7-CFD4-47ED-A24C-1447469852D0}"/>
          </ac:picMkLst>
        </pc:picChg>
        <pc:picChg chg="add mod">
          <ac:chgData name="harshitha harshi" userId="127c96e1ecf88fde" providerId="LiveId" clId="{C2E4C3AC-F160-437B-BC4F-8766A2D654C0}" dt="2024-09-20T15:57:24.095" v="2010" actId="1440"/>
          <ac:picMkLst>
            <pc:docMk/>
            <pc:sldMk cId="985964373" sldId="266"/>
            <ac:picMk id="9" creationId="{11E7FDF1-CA13-499D-9F80-052C067BFB50}"/>
          </ac:picMkLst>
        </pc:picChg>
        <pc:picChg chg="add del mod">
          <ac:chgData name="harshitha harshi" userId="127c96e1ecf88fde" providerId="LiveId" clId="{C2E4C3AC-F160-437B-BC4F-8766A2D654C0}" dt="2024-09-20T15:54:46.190" v="1987" actId="21"/>
          <ac:picMkLst>
            <pc:docMk/>
            <pc:sldMk cId="985964373" sldId="266"/>
            <ac:picMk id="11" creationId="{C34E311B-0086-4E77-AF71-F73B417C0921}"/>
          </ac:picMkLst>
        </pc:picChg>
        <pc:picChg chg="add mod">
          <ac:chgData name="harshitha harshi" userId="127c96e1ecf88fde" providerId="LiveId" clId="{C2E4C3AC-F160-437B-BC4F-8766A2D654C0}" dt="2024-09-20T15:53:01.592" v="1981" actId="1076"/>
          <ac:picMkLst>
            <pc:docMk/>
            <pc:sldMk cId="985964373" sldId="266"/>
            <ac:picMk id="13" creationId="{367A9325-3D73-4872-8576-0450BC6340A4}"/>
          </ac:picMkLst>
        </pc:picChg>
        <pc:picChg chg="add mod">
          <ac:chgData name="harshitha harshi" userId="127c96e1ecf88fde" providerId="LiveId" clId="{C2E4C3AC-F160-437B-BC4F-8766A2D654C0}" dt="2024-09-20T17:05:27.163" v="2967" actId="14100"/>
          <ac:picMkLst>
            <pc:docMk/>
            <pc:sldMk cId="985964373" sldId="266"/>
            <ac:picMk id="14" creationId="{E266762C-A6CE-4A78-ABE7-C866F1671AB1}"/>
          </ac:picMkLst>
        </pc:picChg>
        <pc:picChg chg="add mod">
          <ac:chgData name="harshitha harshi" userId="127c96e1ecf88fde" providerId="LiveId" clId="{C2E4C3AC-F160-437B-BC4F-8766A2D654C0}" dt="2024-09-20T15:58:10.830" v="2018" actId="1440"/>
          <ac:picMkLst>
            <pc:docMk/>
            <pc:sldMk cId="985964373" sldId="266"/>
            <ac:picMk id="17" creationId="{8E679569-907F-49FD-B0F2-A9E9BF437A57}"/>
          </ac:picMkLst>
        </pc:picChg>
        <pc:picChg chg="add del mod">
          <ac:chgData name="harshitha harshi" userId="127c96e1ecf88fde" providerId="LiveId" clId="{C2E4C3AC-F160-437B-BC4F-8766A2D654C0}" dt="2024-09-20T15:54:15.626" v="1985" actId="21"/>
          <ac:picMkLst>
            <pc:docMk/>
            <pc:sldMk cId="985964373" sldId="266"/>
            <ac:picMk id="21" creationId="{6C818151-14C8-427F-B92B-56D437F24603}"/>
          </ac:picMkLst>
        </pc:picChg>
        <pc:picChg chg="add del mod">
          <ac:chgData name="harshitha harshi" userId="127c96e1ecf88fde" providerId="LiveId" clId="{C2E4C3AC-F160-437B-BC4F-8766A2D654C0}" dt="2024-09-20T15:55:49.056" v="1991" actId="21"/>
          <ac:picMkLst>
            <pc:docMk/>
            <pc:sldMk cId="985964373" sldId="266"/>
            <ac:picMk id="23" creationId="{CA9E0C0F-8AC6-4B1B-BFE1-BAE0FE0332FB}"/>
          </ac:picMkLst>
        </pc:picChg>
        <pc:picChg chg="add del mod">
          <ac:chgData name="harshitha harshi" userId="127c96e1ecf88fde" providerId="LiveId" clId="{C2E4C3AC-F160-437B-BC4F-8766A2D654C0}" dt="2024-09-20T15:56:28.034" v="1997" actId="21"/>
          <ac:picMkLst>
            <pc:docMk/>
            <pc:sldMk cId="985964373" sldId="266"/>
            <ac:picMk id="25" creationId="{EF8EB05C-C1F8-452A-8335-7CEC97EEB506}"/>
          </ac:picMkLst>
        </pc:picChg>
        <pc:picChg chg="add mod">
          <ac:chgData name="harshitha harshi" userId="127c96e1ecf88fde" providerId="LiveId" clId="{C2E4C3AC-F160-437B-BC4F-8766A2D654C0}" dt="2024-09-20T15:58:48.110" v="2019" actId="1440"/>
          <ac:picMkLst>
            <pc:docMk/>
            <pc:sldMk cId="985964373" sldId="266"/>
            <ac:picMk id="27" creationId="{AAA693E6-88A6-4EBF-848F-414CE04FC310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6:51.915" v="2974"/>
        <pc:sldMkLst>
          <pc:docMk/>
          <pc:sldMk cId="3044922017" sldId="267"/>
        </pc:sldMkLst>
        <pc:spChg chg="mod">
          <ac:chgData name="harshitha harshi" userId="127c96e1ecf88fde" providerId="LiveId" clId="{C2E4C3AC-F160-437B-BC4F-8766A2D654C0}" dt="2024-09-20T16:14:33.666" v="2233" actId="1076"/>
          <ac:spMkLst>
            <pc:docMk/>
            <pc:sldMk cId="3044922017" sldId="267"/>
            <ac:spMk id="2" creationId="{847BDB48-08D2-4333-A9EE-F0C0B32E0D35}"/>
          </ac:spMkLst>
        </pc:spChg>
        <pc:spChg chg="del">
          <ac:chgData name="harshitha harshi" userId="127c96e1ecf88fde" providerId="LiveId" clId="{C2E4C3AC-F160-437B-BC4F-8766A2D654C0}" dt="2024-09-20T16:00:53.835" v="2023" actId="931"/>
          <ac:spMkLst>
            <pc:docMk/>
            <pc:sldMk cId="3044922017" sldId="267"/>
            <ac:spMk id="3" creationId="{CA5EF293-97CB-440E-B6B8-6E07B3DFD75B}"/>
          </ac:spMkLst>
        </pc:spChg>
        <pc:spChg chg="add mod">
          <ac:chgData name="harshitha harshi" userId="127c96e1ecf88fde" providerId="LiveId" clId="{C2E4C3AC-F160-437B-BC4F-8766A2D654C0}" dt="2024-09-20T16:15:08.150" v="2239" actId="403"/>
          <ac:spMkLst>
            <pc:docMk/>
            <pc:sldMk cId="3044922017" sldId="267"/>
            <ac:spMk id="12" creationId="{A8345E87-1664-4401-8900-47E164B995DA}"/>
          </ac:spMkLst>
        </pc:spChg>
        <pc:picChg chg="add mod">
          <ac:chgData name="harshitha harshi" userId="127c96e1ecf88fde" providerId="LiveId" clId="{C2E4C3AC-F160-437B-BC4F-8766A2D654C0}" dt="2024-09-20T17:05:01.387" v="2964" actId="1076"/>
          <ac:picMkLst>
            <pc:docMk/>
            <pc:sldMk cId="3044922017" sldId="267"/>
            <ac:picMk id="5" creationId="{07FB9BA9-CE31-4A33-A3EA-E503ACA95D2F}"/>
          </ac:picMkLst>
        </pc:picChg>
        <pc:picChg chg="add mod">
          <ac:chgData name="harshitha harshi" userId="127c96e1ecf88fde" providerId="LiveId" clId="{C2E4C3AC-F160-437B-BC4F-8766A2D654C0}" dt="2024-09-20T16:07:03.767" v="2069" actId="1076"/>
          <ac:picMkLst>
            <pc:docMk/>
            <pc:sldMk cId="3044922017" sldId="267"/>
            <ac:picMk id="7" creationId="{E380683B-C271-4DCF-9794-78D0C4949A23}"/>
          </ac:picMkLst>
        </pc:picChg>
        <pc:picChg chg="add mod">
          <ac:chgData name="harshitha harshi" userId="127c96e1ecf88fde" providerId="LiveId" clId="{C2E4C3AC-F160-437B-BC4F-8766A2D654C0}" dt="2024-09-20T17:04:53.139" v="2963" actId="1076"/>
          <ac:picMkLst>
            <pc:docMk/>
            <pc:sldMk cId="3044922017" sldId="267"/>
            <ac:picMk id="9" creationId="{E513BCE7-F93A-4751-87BC-A8670B429DFE}"/>
          </ac:picMkLst>
        </pc:picChg>
        <pc:picChg chg="add mod">
          <ac:chgData name="harshitha harshi" userId="127c96e1ecf88fde" providerId="LiveId" clId="{C2E4C3AC-F160-437B-BC4F-8766A2D654C0}" dt="2024-09-20T17:05:07.150" v="2965" actId="14100"/>
          <ac:picMkLst>
            <pc:docMk/>
            <pc:sldMk cId="3044922017" sldId="267"/>
            <ac:picMk id="11" creationId="{8026DE57-F84A-490A-BF4B-6D5F5D94F70B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7:17.128" v="2976"/>
        <pc:sldMkLst>
          <pc:docMk/>
          <pc:sldMk cId="55461919" sldId="268"/>
        </pc:sldMkLst>
        <pc:spChg chg="mod">
          <ac:chgData name="harshitha harshi" userId="127c96e1ecf88fde" providerId="LiveId" clId="{C2E4C3AC-F160-437B-BC4F-8766A2D654C0}" dt="2024-09-20T16:24:04.426" v="2307" actId="113"/>
          <ac:spMkLst>
            <pc:docMk/>
            <pc:sldMk cId="55461919" sldId="268"/>
            <ac:spMk id="2" creationId="{E1116161-6D99-4AA7-9A06-C5239F6F380D}"/>
          </ac:spMkLst>
        </pc:spChg>
        <pc:spChg chg="del">
          <ac:chgData name="harshitha harshi" userId="127c96e1ecf88fde" providerId="LiveId" clId="{C2E4C3AC-F160-437B-BC4F-8766A2D654C0}" dt="2024-09-20T16:18:29.076" v="2243" actId="931"/>
          <ac:spMkLst>
            <pc:docMk/>
            <pc:sldMk cId="55461919" sldId="268"/>
            <ac:spMk id="3" creationId="{57B88B14-7439-4741-B4C7-77F76B033CAE}"/>
          </ac:spMkLst>
        </pc:spChg>
        <pc:spChg chg="add mod">
          <ac:chgData name="harshitha harshi" userId="127c96e1ecf88fde" providerId="LiveId" clId="{C2E4C3AC-F160-437B-BC4F-8766A2D654C0}" dt="2024-09-20T16:45:45.734" v="2703" actId="115"/>
          <ac:spMkLst>
            <pc:docMk/>
            <pc:sldMk cId="55461919" sldId="268"/>
            <ac:spMk id="17" creationId="{751B3FC7-644B-471A-AF99-4689208001D8}"/>
          </ac:spMkLst>
        </pc:spChg>
        <pc:picChg chg="add mod">
          <ac:chgData name="harshitha harshi" userId="127c96e1ecf88fde" providerId="LiveId" clId="{C2E4C3AC-F160-437B-BC4F-8766A2D654C0}" dt="2024-09-20T16:38:12.882" v="2662" actId="14100"/>
          <ac:picMkLst>
            <pc:docMk/>
            <pc:sldMk cId="55461919" sldId="268"/>
            <ac:picMk id="5" creationId="{20A2C3D4-9DBB-4D76-B166-8B617842F8B9}"/>
          </ac:picMkLst>
        </pc:picChg>
        <pc:picChg chg="add del mod">
          <ac:chgData name="harshitha harshi" userId="127c96e1ecf88fde" providerId="LiveId" clId="{C2E4C3AC-F160-437B-BC4F-8766A2D654C0}" dt="2024-09-20T16:19:15.827" v="2246" actId="478"/>
          <ac:picMkLst>
            <pc:docMk/>
            <pc:sldMk cId="55461919" sldId="268"/>
            <ac:picMk id="7" creationId="{060A40EB-965F-4139-B1BE-611F3B8BEACB}"/>
          </ac:picMkLst>
        </pc:picChg>
        <pc:picChg chg="add mod">
          <ac:chgData name="harshitha harshi" userId="127c96e1ecf88fde" providerId="LiveId" clId="{C2E4C3AC-F160-437B-BC4F-8766A2D654C0}" dt="2024-09-20T16:38:09.393" v="2661" actId="1076"/>
          <ac:picMkLst>
            <pc:docMk/>
            <pc:sldMk cId="55461919" sldId="268"/>
            <ac:picMk id="9" creationId="{0BF76419-9A54-4C74-8D24-706010428CC1}"/>
          </ac:picMkLst>
        </pc:picChg>
        <pc:picChg chg="add mod">
          <ac:chgData name="harshitha harshi" userId="127c96e1ecf88fde" providerId="LiveId" clId="{C2E4C3AC-F160-437B-BC4F-8766A2D654C0}" dt="2024-09-20T16:20:32.839" v="2251" actId="931"/>
          <ac:picMkLst>
            <pc:docMk/>
            <pc:sldMk cId="55461919" sldId="268"/>
            <ac:picMk id="11" creationId="{3454B3D0-D14F-4823-9763-45CB75F6EF8A}"/>
          </ac:picMkLst>
        </pc:picChg>
        <pc:picChg chg="add del mod">
          <ac:chgData name="harshitha harshi" userId="127c96e1ecf88fde" providerId="LiveId" clId="{C2E4C3AC-F160-437B-BC4F-8766A2D654C0}" dt="2024-09-20T16:20:46.412" v="2253" actId="478"/>
          <ac:picMkLst>
            <pc:docMk/>
            <pc:sldMk cId="55461919" sldId="268"/>
            <ac:picMk id="13" creationId="{8F7F36E2-8C5B-4AF4-A3BE-CA2E94CC1CD1}"/>
          </ac:picMkLst>
        </pc:picChg>
        <pc:picChg chg="add mod">
          <ac:chgData name="harshitha harshi" userId="127c96e1ecf88fde" providerId="LiveId" clId="{C2E4C3AC-F160-437B-BC4F-8766A2D654C0}" dt="2024-09-20T16:38:18.989" v="2664" actId="14100"/>
          <ac:picMkLst>
            <pc:docMk/>
            <pc:sldMk cId="55461919" sldId="268"/>
            <ac:picMk id="15" creationId="{A6E74559-4C7A-4260-BA5F-90C1984F955D}"/>
          </ac:picMkLst>
        </pc:picChg>
        <pc:picChg chg="add mod">
          <ac:chgData name="harshitha harshi" userId="127c96e1ecf88fde" providerId="LiveId" clId="{C2E4C3AC-F160-437B-BC4F-8766A2D654C0}" dt="2024-09-20T16:38:15.082" v="2663" actId="1076"/>
          <ac:picMkLst>
            <pc:docMk/>
            <pc:sldMk cId="55461919" sldId="268"/>
            <ac:picMk id="16" creationId="{4A427E03-B5E8-4C52-9033-DEAA19A56E8C}"/>
          </ac:picMkLst>
        </pc:picChg>
      </pc:sldChg>
      <pc:sldChg chg="addSp delSp modSp new mod ord modAnim">
        <pc:chgData name="harshitha harshi" userId="127c96e1ecf88fde" providerId="LiveId" clId="{C2E4C3AC-F160-437B-BC4F-8766A2D654C0}" dt="2024-09-20T17:07:31.651" v="2977"/>
        <pc:sldMkLst>
          <pc:docMk/>
          <pc:sldMk cId="735830850" sldId="269"/>
        </pc:sldMkLst>
        <pc:spChg chg="mod">
          <ac:chgData name="harshitha harshi" userId="127c96e1ecf88fde" providerId="LiveId" clId="{C2E4C3AC-F160-437B-BC4F-8766A2D654C0}" dt="2024-09-20T16:59:53.840" v="2922" actId="27636"/>
          <ac:spMkLst>
            <pc:docMk/>
            <pc:sldMk cId="735830850" sldId="269"/>
            <ac:spMk id="2" creationId="{1F38110D-BC4B-4A34-9492-E4855EED714B}"/>
          </ac:spMkLst>
        </pc:spChg>
        <pc:spChg chg="del">
          <ac:chgData name="harshitha harshi" userId="127c96e1ecf88fde" providerId="LiveId" clId="{C2E4C3AC-F160-437B-BC4F-8766A2D654C0}" dt="2024-09-20T16:41:02.162" v="2675"/>
          <ac:spMkLst>
            <pc:docMk/>
            <pc:sldMk cId="735830850" sldId="269"/>
            <ac:spMk id="3" creationId="{E3C410E3-3435-4E77-BCD7-B12C3C9C19EA}"/>
          </ac:spMkLst>
        </pc:spChg>
        <pc:spChg chg="add mod">
          <ac:chgData name="harshitha harshi" userId="127c96e1ecf88fde" providerId="LiveId" clId="{C2E4C3AC-F160-437B-BC4F-8766A2D654C0}" dt="2024-09-20T17:04:08.292" v="2960" actId="20577"/>
          <ac:spMkLst>
            <pc:docMk/>
            <pc:sldMk cId="735830850" sldId="269"/>
            <ac:spMk id="10" creationId="{915551C2-73B5-49F5-8D86-09C7EE9B33DF}"/>
          </ac:spMkLst>
        </pc:spChg>
        <pc:picChg chg="add mod">
          <ac:chgData name="harshitha harshi" userId="127c96e1ecf88fde" providerId="LiveId" clId="{C2E4C3AC-F160-437B-BC4F-8766A2D654C0}" dt="2024-09-20T16:59:57.173" v="2923" actId="1076"/>
          <ac:picMkLst>
            <pc:docMk/>
            <pc:sldMk cId="735830850" sldId="269"/>
            <ac:picMk id="4" creationId="{BFCBCE64-16AB-42E8-B2E4-248069388284}"/>
          </ac:picMkLst>
        </pc:picChg>
        <pc:picChg chg="add mod">
          <ac:chgData name="harshitha harshi" userId="127c96e1ecf88fde" providerId="LiveId" clId="{C2E4C3AC-F160-437B-BC4F-8766A2D654C0}" dt="2024-09-20T16:59:58.972" v="2924" actId="1076"/>
          <ac:picMkLst>
            <pc:docMk/>
            <pc:sldMk cId="735830850" sldId="269"/>
            <ac:picMk id="6" creationId="{DB97A554-52E0-4F2A-8F68-E9D7192A4501}"/>
          </ac:picMkLst>
        </pc:picChg>
        <pc:picChg chg="add mod">
          <ac:chgData name="harshitha harshi" userId="127c96e1ecf88fde" providerId="LiveId" clId="{C2E4C3AC-F160-437B-BC4F-8766A2D654C0}" dt="2024-09-20T17:00:04.091" v="2926" actId="1076"/>
          <ac:picMkLst>
            <pc:docMk/>
            <pc:sldMk cId="735830850" sldId="269"/>
            <ac:picMk id="8" creationId="{92EB8D8A-506E-4D75-9586-1945F6352395}"/>
          </ac:picMkLst>
        </pc:picChg>
        <pc:picChg chg="add mod">
          <ac:chgData name="harshitha harshi" userId="127c96e1ecf88fde" providerId="LiveId" clId="{C2E4C3AC-F160-437B-BC4F-8766A2D654C0}" dt="2024-09-20T17:00:09.389" v="2928" actId="14100"/>
          <ac:picMkLst>
            <pc:docMk/>
            <pc:sldMk cId="735830850" sldId="269"/>
            <ac:picMk id="9" creationId="{CCB08A9E-13A5-4C60-A34E-A6C8DAA5B6AF}"/>
          </ac:picMkLst>
        </pc:picChg>
      </pc:sldChg>
      <pc:sldChg chg="addSp delSp modSp new mod modAnim">
        <pc:chgData name="harshitha harshi" userId="127c96e1ecf88fde" providerId="LiveId" clId="{C2E4C3AC-F160-437B-BC4F-8766A2D654C0}" dt="2024-09-20T17:07:43.802" v="2978"/>
        <pc:sldMkLst>
          <pc:docMk/>
          <pc:sldMk cId="550864792" sldId="270"/>
        </pc:sldMkLst>
        <pc:spChg chg="del">
          <ac:chgData name="harshitha harshi" userId="127c96e1ecf88fde" providerId="LiveId" clId="{C2E4C3AC-F160-437B-BC4F-8766A2D654C0}" dt="2024-09-20T17:02:02.302" v="2932" actId="21"/>
          <ac:spMkLst>
            <pc:docMk/>
            <pc:sldMk cId="550864792" sldId="270"/>
            <ac:spMk id="2" creationId="{8111455B-BEDA-43A5-822D-3ED2328AE8FD}"/>
          </ac:spMkLst>
        </pc:spChg>
        <pc:spChg chg="del">
          <ac:chgData name="harshitha harshi" userId="127c96e1ecf88fde" providerId="LiveId" clId="{C2E4C3AC-F160-437B-BC4F-8766A2D654C0}" dt="2024-09-20T17:01:54.145" v="2931" actId="931"/>
          <ac:spMkLst>
            <pc:docMk/>
            <pc:sldMk cId="550864792" sldId="270"/>
            <ac:spMk id="3" creationId="{7A7FC515-C94B-4A9C-AD14-D543B6747CDB}"/>
          </ac:spMkLst>
        </pc:spChg>
        <pc:spChg chg="add mod">
          <ac:chgData name="harshitha harshi" userId="127c96e1ecf88fde" providerId="LiveId" clId="{C2E4C3AC-F160-437B-BC4F-8766A2D654C0}" dt="2024-09-20T17:03:00.980" v="2958" actId="1076"/>
          <ac:spMkLst>
            <pc:docMk/>
            <pc:sldMk cId="550864792" sldId="270"/>
            <ac:spMk id="6" creationId="{C1B13915-2928-4AF4-9C20-5A126ECCA2F9}"/>
          </ac:spMkLst>
        </pc:spChg>
        <pc:picChg chg="add mod">
          <ac:chgData name="harshitha harshi" userId="127c96e1ecf88fde" providerId="LiveId" clId="{C2E4C3AC-F160-437B-BC4F-8766A2D654C0}" dt="2024-09-20T17:02:26.373" v="2937" actId="1076"/>
          <ac:picMkLst>
            <pc:docMk/>
            <pc:sldMk cId="550864792" sldId="270"/>
            <ac:picMk id="5" creationId="{96140270-33E8-49FB-B4A0-E62DAF12D9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60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23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48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4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0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29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4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98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64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1FE61AB-0350-49D4-81FC-71F3174678D9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FBA54-2CF1-40E8-8259-526AA94F1225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4708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81" r:id="rId1"/>
    <p:sldLayoutId id="2147484282" r:id="rId2"/>
    <p:sldLayoutId id="2147484283" r:id="rId3"/>
    <p:sldLayoutId id="2147484284" r:id="rId4"/>
    <p:sldLayoutId id="2147484285" r:id="rId5"/>
    <p:sldLayoutId id="2147484286" r:id="rId6"/>
    <p:sldLayoutId id="2147484287" r:id="rId7"/>
    <p:sldLayoutId id="2147484288" r:id="rId8"/>
    <p:sldLayoutId id="2147484289" r:id="rId9"/>
    <p:sldLayoutId id="2147484290" r:id="rId10"/>
    <p:sldLayoutId id="214748429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bank-pn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fewire.com/best-thank-you-memes-4165719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CEC0A3-F9EB-4F3C-B55F-8A7F5B8CD388}"/>
              </a:ext>
            </a:extLst>
          </p:cNvPr>
          <p:cNvSpPr txBox="1"/>
          <p:nvPr/>
        </p:nvSpPr>
        <p:spPr>
          <a:xfrm>
            <a:off x="799355" y="483555"/>
            <a:ext cx="782854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2800" dirty="0"/>
              <a:t> </a:t>
            </a:r>
            <a:r>
              <a:rPr lang="en-IN" sz="3200" u="sng" dirty="0"/>
              <a:t>BANK ANALYTICS PROJECT</a:t>
            </a:r>
            <a:endParaRPr lang="en-IN" sz="28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6E7E5-9DDC-4C55-8A41-52C59947BB17}"/>
              </a:ext>
            </a:extLst>
          </p:cNvPr>
          <p:cNvSpPr txBox="1"/>
          <p:nvPr/>
        </p:nvSpPr>
        <p:spPr>
          <a:xfrm>
            <a:off x="9483633" y="2413337"/>
            <a:ext cx="24558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GROUP MEMBERS</a:t>
            </a:r>
          </a:p>
          <a:p>
            <a:pPr marL="342900" indent="-342900">
              <a:buAutoNum type="arabicPeriod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Apoorva</a:t>
            </a: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Vaibhav</a:t>
            </a: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Devata</a:t>
            </a: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Harshitha</a:t>
            </a:r>
          </a:p>
          <a:p>
            <a:pPr marL="342900" indent="-342900"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Abishek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31E7F9-15A8-400B-91E8-F737083E4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58835" y="1459339"/>
            <a:ext cx="5915705" cy="39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A929-E73B-4AC3-95A4-7E6522DB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18806" y="1045027"/>
            <a:ext cx="6788874" cy="984069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WHAT IS BANK ANALYTICS…?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1B614-3454-41F6-84EF-61FA09172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806" y="2029097"/>
            <a:ext cx="6013811" cy="2799807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Bank analytics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is the process of collecting, analyzing, and interpreting data from various banking operations (like transactions, loans, and customer activity) to extract actionable insights that guide decision-making and strategy.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81CDD-7E22-4306-8A31-2DC0451E7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445" y="2029097"/>
            <a:ext cx="4110445" cy="26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7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B81F-18E2-4BE9-BFC7-258D2619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357" y="842963"/>
            <a:ext cx="6985038" cy="776905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OBJECTIVE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B14E-89F6-4747-8607-E7316B17F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8348" y="1961308"/>
            <a:ext cx="5446886" cy="3673137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In this project we have been  provided with 2 sets of datasets with .csv file extension consisting of 39k row each.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Data Analyzing, Data Cleaning(Removing of duplicates), Data Visualization &amp; Reporting  has 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been done by using the following tools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endParaRPr lang="en-IN" dirty="0"/>
          </a:p>
          <a:p>
            <a:endParaRPr lang="en-IN" dirty="0"/>
          </a:p>
          <a:p>
            <a:pPr marL="616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2F660-3FBE-46F1-8E68-10C65D8FF647}"/>
              </a:ext>
            </a:extLst>
          </p:cNvPr>
          <p:cNvSpPr txBox="1"/>
          <p:nvPr/>
        </p:nvSpPr>
        <p:spPr>
          <a:xfrm>
            <a:off x="1998236" y="4147903"/>
            <a:ext cx="5848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Tableau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MYSQL …to present Insights/Dashboard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17D12-CD79-4505-B2CB-FF5F2006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118" y="2342606"/>
            <a:ext cx="4128023" cy="228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9CA5-2E64-4882-AD9D-1A58389A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79735" y="932609"/>
            <a:ext cx="7958331" cy="1077229"/>
          </a:xfrm>
        </p:spPr>
        <p:txBody>
          <a:bodyPr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A4457-54AC-40A1-BEA8-9A24F294C710}"/>
              </a:ext>
            </a:extLst>
          </p:cNvPr>
          <p:cNvSpPr txBox="1"/>
          <p:nvPr/>
        </p:nvSpPr>
        <p:spPr>
          <a:xfrm>
            <a:off x="1767840" y="2002971"/>
            <a:ext cx="600020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State wise and month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Home ownership Vs last payment date stats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DD5C83-220B-49C4-BB6E-A293D855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262" y="2325188"/>
            <a:ext cx="3333750" cy="250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7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3A47-8BD2-4D0B-BF99-C0DE0FD1A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227" y="584275"/>
            <a:ext cx="6392855" cy="46339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700" b="1" dirty="0">
                <a:latin typeface="Cambria" panose="02040503050406030204" pitchFamily="18" charset="0"/>
                <a:ea typeface="Cambria" panose="02040503050406030204" pitchFamily="18" charset="0"/>
              </a:rPr>
              <a:t>Year wise loan amount Status</a:t>
            </a:r>
            <a:b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BDCFD6-373F-4846-B824-A2FD2786C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443" y="1187461"/>
            <a:ext cx="3335300" cy="1852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D267AB-A284-4AAB-984A-EF099F6A4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3" y="1202802"/>
            <a:ext cx="3417659" cy="1821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05A983-D7D0-44F5-8280-2EC1724F4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762" y="1202802"/>
            <a:ext cx="3200478" cy="18214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B4F38F-FD1D-4175-AF3A-2BADDB5E0C99}"/>
              </a:ext>
            </a:extLst>
          </p:cNvPr>
          <p:cNvSpPr txBox="1"/>
          <p:nvPr/>
        </p:nvSpPr>
        <p:spPr>
          <a:xfrm>
            <a:off x="1117835" y="2818251"/>
            <a:ext cx="65036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900" indent="0">
              <a:buNone/>
            </a:pPr>
            <a:endParaRPr lang="en-IN" sz="1800" dirty="0">
              <a:latin typeface="Gloucester MT Extra Condensed" panose="02030808020601010101" pitchFamily="18" charset="0"/>
            </a:endParaRPr>
          </a:p>
          <a:p>
            <a:pPr marL="3226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In this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we have used Line chart and Stacked Bar chart to show the loan amount status year wise.</a:t>
            </a:r>
          </a:p>
          <a:p>
            <a:pPr marL="3226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Starting from 2007 the loan amount is 2M and in the 2011 the loan amount is 261M. </a:t>
            </a:r>
          </a:p>
          <a:p>
            <a:pPr marL="3226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By  subtracting the new value to the old value to see the difference 261-2=259M.</a:t>
            </a:r>
          </a:p>
          <a:p>
            <a:pPr marL="3226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So totally there is a 259M increased from 2007 to 2011</a:t>
            </a:r>
            <a:r>
              <a:rPr lang="en-IN" sz="1800" dirty="0">
                <a:latin typeface="Gloucester MT Extra Condensed" panose="02030808020601010101" pitchFamily="18" charset="0"/>
              </a:rPr>
              <a:t>.</a:t>
            </a:r>
          </a:p>
          <a:p>
            <a:pPr marL="36900"/>
            <a:endParaRPr lang="en-IN" sz="1800" dirty="0">
              <a:latin typeface="Gloucester MT Extra Condensed" panose="02030808020601010101" pitchFamily="18" charset="0"/>
            </a:endParaRPr>
          </a:p>
          <a:p>
            <a:pPr marL="322650" indent="-285750">
              <a:buFont typeface="Arial" panose="020B0604020202020204" pitchFamily="34" charset="0"/>
              <a:buChar char="•"/>
            </a:pPr>
            <a:r>
              <a:rPr lang="en-IN" u="sng" dirty="0">
                <a:latin typeface="Cambria" panose="02040503050406030204" pitchFamily="18" charset="0"/>
                <a:ea typeface="Cambria" panose="02040503050406030204" pitchFamily="18" charset="0"/>
              </a:rPr>
              <a:t>SQL QUERY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select year(issue_d) as year_of_issue_d, concat("$ ", format(round(sum(loan_amnt)/1000000,2),2)," M ")as loan_amount from finance_1 group by year_of_issue_d order by  year_of_issue_d;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6900" indent="0">
              <a:buNone/>
            </a:pPr>
            <a:endParaRPr lang="en-IN" sz="1800" dirty="0">
              <a:latin typeface="Gloucester MT Extra Condensed" panose="02030808020601010101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AE70BD-62AF-491B-8FFF-ADE1077C4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331" y="3303871"/>
            <a:ext cx="3480286" cy="2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8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F377-FB2E-4058-83DE-233679C6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235" y="443281"/>
            <a:ext cx="7958331" cy="720518"/>
          </a:xfrm>
        </p:spPr>
        <p:txBody>
          <a:bodyPr anchor="ctr">
            <a:normAutofit/>
          </a:bodyPr>
          <a:lstStyle/>
          <a:p>
            <a:pPr algn="ctr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Grade and Sub-Grade Wise Revol_Bal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4E0AF7-CFD4-47ED-A24C-144746985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724" y="1060029"/>
            <a:ext cx="3667226" cy="1457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E7FDF1-CA13-499D-9F80-052C067BF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2" y="2520772"/>
            <a:ext cx="3325370" cy="14548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7A9325-3D73-4872-8576-0450BC634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81" y="2533117"/>
            <a:ext cx="3667226" cy="14370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66762C-A6CE-4A78-ABE7-C866F1671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064" y="2529681"/>
            <a:ext cx="3326486" cy="4182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7870DB-9C71-4CB9-9C12-6A0351847DC6}"/>
              </a:ext>
            </a:extLst>
          </p:cNvPr>
          <p:cNvSpPr txBox="1"/>
          <p:nvPr/>
        </p:nvSpPr>
        <p:spPr>
          <a:xfrm>
            <a:off x="1048351" y="3987956"/>
            <a:ext cx="6805864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From this KPI’S we can notice the grade b has high revol_bal of $161M and grade g has low revol_bal of $6M.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Since, the debit income ratio is low when compared to Grade F&amp;H. There is a more intake of loan in Grade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Sequence:(B&gt;A&gt;C&gt;D&gt;E&gt;F&gt;G)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u="sng" dirty="0">
                <a:latin typeface="Cambria" panose="02040503050406030204" pitchFamily="18" charset="0"/>
                <a:ea typeface="Cambria" panose="02040503050406030204" pitchFamily="18" charset="0"/>
              </a:rPr>
              <a:t>SQL QUERY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select grade,sub_grade,concat("$ ", format(round(sum(revol_bal)/1000000,2),2)," M ") as total_revol_bal from finance_1 inner join finance_2 on finance_1.id=finance_2.id  group by grade, sub_grade order by grade;</a:t>
            </a:r>
            <a:endParaRPr lang="e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679569-907F-49FD-B0F2-A9E9BF437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351" y="1078278"/>
            <a:ext cx="3325371" cy="14548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AA693E6-88A6-4EBF-848F-414CE04FC3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950" y="1048372"/>
            <a:ext cx="3340600" cy="14813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8596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DB48-08D2-4333-A9EE-F0C0B32E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99" y="481263"/>
            <a:ext cx="8792602" cy="836914"/>
          </a:xfrm>
        </p:spPr>
        <p:txBody>
          <a:bodyPr anchor="ctr">
            <a:normAutofit/>
          </a:bodyPr>
          <a:lstStyle/>
          <a:p>
            <a:pPr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Total Payment for Verified Status &amp; Non Verified Status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B9BA9-CE31-4A33-A3EA-E503ACA95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214" y="1442523"/>
            <a:ext cx="3561346" cy="2094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80683B-C271-4DCF-9794-78D0C4949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29" y="1472992"/>
            <a:ext cx="3456539" cy="2135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13BCE7-F93A-4751-87BC-A8670B429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84" y="1472992"/>
            <a:ext cx="3154399" cy="2135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26DE57-F84A-490A-BF4B-6D5F5D94F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468" y="3608662"/>
            <a:ext cx="3611092" cy="2609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345E87-1664-4401-8900-47E164B995DA}"/>
              </a:ext>
            </a:extLst>
          </p:cNvPr>
          <p:cNvSpPr txBox="1"/>
          <p:nvPr/>
        </p:nvSpPr>
        <p:spPr>
          <a:xfrm>
            <a:off x="1116530" y="3763478"/>
            <a:ext cx="651630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significant portion (59%) of loans are verified, but the presence of unverified loans suggests potential for tightening verification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total payment of verified &amp; non-verified status is $373M.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u="sng" dirty="0">
                <a:latin typeface="Cambria" panose="02040503050406030204" pitchFamily="18" charset="0"/>
                <a:ea typeface="Cambria" panose="02040503050406030204" pitchFamily="18" charset="0"/>
              </a:rPr>
              <a:t>SQL QUERY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select verification_status ,concat("$ ", format(round(sum(total_pymnt)/1000000,2),2),"M") as total_pymt from finance_1 inner join finance_2 on finance_1.id=finance_2.id where verification_status in('Verified', 'Not Verified')group by verification_status;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2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6161-6D99-4AA7-9A06-C5239F6F3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5459" y="600375"/>
            <a:ext cx="7958331" cy="1077229"/>
          </a:xfrm>
        </p:spPr>
        <p:txBody>
          <a:bodyPr anchor="ctr">
            <a:norm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State &amp;Month Wise Loan_Status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A2C3D4-9DBB-4D76-B166-8B617842F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36" y="1690406"/>
            <a:ext cx="2505176" cy="21597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76419-9A54-4C74-8D24-706010428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912" y="1677604"/>
            <a:ext cx="3344727" cy="2159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54B3D0-D14F-4823-9763-45CB75F6E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649" y="3403598"/>
            <a:ext cx="12701" cy="508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E74559-4C7A-4260-BA5F-90C1984F95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36" y="3850105"/>
            <a:ext cx="2517877" cy="2916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427E03-B5E8-4C52-9033-DEAA19A56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5613" y="3837304"/>
            <a:ext cx="3319325" cy="29164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51B3FC7-644B-471A-AF99-4689208001D8}"/>
              </a:ext>
            </a:extLst>
          </p:cNvPr>
          <p:cNvSpPr txBox="1"/>
          <p:nvPr/>
        </p:nvSpPr>
        <p:spPr>
          <a:xfrm>
            <a:off x="6884473" y="1772185"/>
            <a:ext cx="4289791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 graph shows the  % of loan taken based on the purpose.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.the debt_consolidation has highest loan_status compared to renewable_energy.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States with more debt_consolidation has pay more amount.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Nearly 97% of bank customers have fully paid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u="sng" dirty="0">
                <a:latin typeface="Cambria" panose="02040503050406030204" pitchFamily="18" charset="0"/>
                <a:ea typeface="Cambria" panose="02040503050406030204" pitchFamily="18" charset="0"/>
              </a:rPr>
              <a:t>SQL QUERY: 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select addr_state, loan_status,monthname(last_credit_pull_d) as month_wise from finance_1 inner join finance_2 on finance_1.id=finance_2.id group by addr_state,last_credit_pull_d,loan_status order by addr_state;</a:t>
            </a:r>
            <a:endParaRPr lang="e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6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110D-BC4B-4A34-9492-E4855EED7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284" y="586676"/>
            <a:ext cx="7850853" cy="626108"/>
          </a:xfrm>
        </p:spPr>
        <p:txBody>
          <a:bodyPr anchor="ctr">
            <a:normAutofit/>
          </a:bodyPr>
          <a:lstStyle/>
          <a:p>
            <a:pPr algn="ctr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Home ownership Vs last payment date status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CBCE64-16AB-42E8-B2E4-248069388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723" y="1217724"/>
            <a:ext cx="3207770" cy="15994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97A554-52E0-4F2A-8F68-E9D7192A4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494" y="1231825"/>
            <a:ext cx="2795379" cy="16355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B8D8A-506E-4D75-9586-1945F63523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73" y="1231825"/>
            <a:ext cx="4280120" cy="1635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B08A9E-13A5-4C60-A34E-A6C8DAA5B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23" y="2867336"/>
            <a:ext cx="2662537" cy="38222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5551C2-73B5-49F5-8D86-09C7EE9B33DF}"/>
              </a:ext>
            </a:extLst>
          </p:cNvPr>
          <p:cNvSpPr txBox="1"/>
          <p:nvPr/>
        </p:nvSpPr>
        <p:spPr>
          <a:xfrm>
            <a:off x="3927107" y="2881438"/>
            <a:ext cx="717017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 graph shows the Home ownership and the amount paid for each on last payment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According to the kpi we can state that Mortage has highest  last_payment_amnt by 56.31M.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It concludes that many of the customers are about to repay their loan amount for their particular home ownership.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Many customers has  to the pay the loan_amount for their particular home_ownership.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u="sng" dirty="0">
                <a:latin typeface="Cambria" panose="02040503050406030204" pitchFamily="18" charset="0"/>
                <a:ea typeface="Cambria" panose="02040503050406030204" pitchFamily="18" charset="0"/>
              </a:rPr>
              <a:t>SQL QUERY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: select  home_ownership,last_pymnt_d,concat("$ ", format(round(sum(last_pymnt_amnt)/10000,2),2)," k") as total_pymnt from finance_1 inner join finance_2 on finance_1.id=finance_2.id group by home_ownership,last_pymnt_d order by home_ownership desc ,total_pymnt desc;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83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140270-33E8-49FB-B4A0-E62DAF12D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1732" y="531846"/>
            <a:ext cx="8079270" cy="45695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B13915-2928-4AF4-9C20-5A126ECCA2F9}"/>
              </a:ext>
            </a:extLst>
          </p:cNvPr>
          <p:cNvSpPr txBox="1"/>
          <p:nvPr/>
        </p:nvSpPr>
        <p:spPr>
          <a:xfrm>
            <a:off x="8527983" y="5467149"/>
            <a:ext cx="282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From our side…..</a:t>
            </a:r>
          </a:p>
        </p:txBody>
      </p:sp>
    </p:spTree>
    <p:extLst>
      <p:ext uri="{BB962C8B-B14F-4D97-AF65-F5344CB8AC3E}">
        <p14:creationId xmlns:p14="http://schemas.microsoft.com/office/powerpoint/2010/main" val="55086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849</TotalTime>
  <Words>841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Cambria</vt:lpstr>
      <vt:lpstr>Gloucester MT Extra Condensed</vt:lpstr>
      <vt:lpstr>MS Shell Dlg 2</vt:lpstr>
      <vt:lpstr>Wingdings</vt:lpstr>
      <vt:lpstr>Wingdings 3</vt:lpstr>
      <vt:lpstr>Madison</vt:lpstr>
      <vt:lpstr>PowerPoint Presentation</vt:lpstr>
      <vt:lpstr>WHAT IS BANK ANALYTICS…?</vt:lpstr>
      <vt:lpstr>OBJECTIVE OF PROJECT</vt:lpstr>
      <vt:lpstr>KPI’S</vt:lpstr>
      <vt:lpstr>Year wise loan amount Status </vt:lpstr>
      <vt:lpstr>Grade and Sub-Grade Wise Revol_Bal</vt:lpstr>
      <vt:lpstr>Total Payment for Verified Status &amp; Non Verified Status</vt:lpstr>
      <vt:lpstr>State &amp;Month Wise Loan_Status</vt:lpstr>
      <vt:lpstr>Home ownership Vs last payment date status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harshitha harshi</dc:creator>
  <cp:lastModifiedBy>harshitha harshi</cp:lastModifiedBy>
  <cp:revision>30</cp:revision>
  <dcterms:created xsi:type="dcterms:W3CDTF">2024-09-18T14:58:50Z</dcterms:created>
  <dcterms:modified xsi:type="dcterms:W3CDTF">2024-09-20T17:10:00Z</dcterms:modified>
</cp:coreProperties>
</file>